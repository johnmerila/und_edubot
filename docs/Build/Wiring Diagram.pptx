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2612-8C2E-C107-6359-EFC316770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4F778-47FF-46B5-3E6D-8D87AC5AB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06E07-1E20-EC9D-F4EF-F4A1F867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4546B-905E-ADEF-B6D3-682C5184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699EC-3640-546B-D67E-03775AB4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FC7B-3104-2A5B-C670-16DE06D3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DD936-E87A-89BA-92FF-09F0F2591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CEE71-147A-FFCA-80E3-B2211184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C97F8-AFD1-6E63-9B26-33FE71A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9E1D-362A-62D7-BB2E-FAED89798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9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0E28-CE0C-49E3-22DB-AF0361D5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6D7F-B253-6F40-6125-0EC02AA1A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5AEBB-23B8-24F5-5840-878E65C1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E5D4F-F878-3AC8-8E17-53A46AF0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FA904-AA0C-4312-B431-02DA2F86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C091-9E92-A3A4-4747-526B90044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B9D90-76D8-7702-3301-D460EAE84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11472-93E9-C82F-087E-801073CBC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81E16-DC34-046B-F270-51BC66E7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00DAB-3E9C-029D-9E7B-8C650BCA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BDB64-0ED6-76E4-FD8F-1D1856C9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7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B0FC8-8EF7-3102-040C-4FB0959A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79AB2-D39D-568E-CEE0-549574EC9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2BF11-9836-ED9B-5EE2-19FA4EAE1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7A42C-DB51-838F-E986-D654AA410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1515D-788F-0E6B-66C5-A603E202A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33CB6-45BB-62E7-F8C3-EFAEE17B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723F25-1C9A-B05F-9ABB-8AB4246C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8F8A0B-682B-58E1-6C06-F763CFAE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7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D606-2ECB-28A4-9250-66DEE375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90001-6D17-5B95-AB14-55C6015C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E2D19-B167-B496-0348-6CA681B6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CCD5AD-8BA0-A027-7A57-D62CBFD4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4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036C6-61CC-0F22-B7AB-9296DCFC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07163-F99D-1286-844D-5CD915EC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017B8-212F-D2F9-CA41-6BF80A7F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2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706B-DF46-E4AF-8C74-38F534E29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0B5A4-774E-D50A-FECF-86C75F8B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B86D4-F6D6-8DE0-FD61-736EA7970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F7A9A-A61B-D3FC-029D-99BA2F5B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02A23-8D5E-60E0-3155-CCCC5102F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289FE-90E5-88EB-C24F-9CB5F193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1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5EBF-D762-810A-F35D-CBB0AFE8D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53E2F-7081-1ED1-DE1B-E06793FF8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881AA-ACBD-E1CC-A8E2-DE0BE3A25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1365F-5D6C-A176-D94F-328E36522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C819B-B984-504F-DD84-044F464B2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7686-6220-208D-41E0-7F678AC7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8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BDEC-61CD-462D-794B-2C3AE6F00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292E-2549-4F85-6EFD-92812F47A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A8213-8875-A63D-CF75-84287B7D5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A3A79-34FF-59F9-60C0-5A9F5431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5B05C-75AB-FA37-A777-205FC0C1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6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6663A-B0B7-2DBC-0164-6C497A583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41211-9F42-7AB0-73FF-F3968D423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2B097-486C-8ED1-0366-E77453DC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E2486-7C7A-FC5A-22A0-11A11D8E3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820F-A3AB-67C0-4701-38A7944F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3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DD0BC4-5590-A35C-979F-A0C6C489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C5439-8B93-7389-6B91-5122D91CF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DC5B-D1C8-E8DC-71F9-A9252D6D3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AAE3E-3FB9-4CAB-9D1D-B84DF3A5880C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A8A56-8E7E-3C6E-E22C-AABD18D87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B7725-544B-07BD-25D2-30B38FCE21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54A21-9D52-46C0-8411-8F1313306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6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0C81-87F5-359F-0A13-A4415BC2DA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54C54-00CF-7B64-81D4-01C13FFDF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41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31AA0AF-A37D-6E35-22A2-6C963A119006}"/>
              </a:ext>
            </a:extLst>
          </p:cNvPr>
          <p:cNvGrpSpPr/>
          <p:nvPr/>
        </p:nvGrpSpPr>
        <p:grpSpPr>
          <a:xfrm>
            <a:off x="266909" y="255914"/>
            <a:ext cx="11158067" cy="6453813"/>
            <a:chOff x="266909" y="255914"/>
            <a:chExt cx="11158067" cy="64538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3059FE-EFFD-D563-2FA2-46EA2C31F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1100" y="1904450"/>
              <a:ext cx="4593876" cy="327182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3E40408-0372-B038-BEE5-BE4E19F17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909" y="371003"/>
              <a:ext cx="5448300" cy="591502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64EAF69-EACB-55D7-AD98-078097584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8403" y="371003"/>
              <a:ext cx="1539583" cy="143660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D2FC8F5-AF4C-82BB-E335-E86863752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8403" y="5273126"/>
              <a:ext cx="1539583" cy="1436601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8803C2B-3526-6A67-9ED3-148BDC615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8881" y="255914"/>
              <a:ext cx="0" cy="37372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73C844F-078E-7584-B5E0-646EC0A35C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8881" y="276088"/>
              <a:ext cx="4285230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DE44775-8B27-6C7E-59CE-6F9B0A5A450E}"/>
                </a:ext>
              </a:extLst>
            </p:cNvPr>
            <p:cNvCxnSpPr>
              <a:cxnSpLocks/>
            </p:cNvCxnSpPr>
            <p:nvPr/>
          </p:nvCxnSpPr>
          <p:spPr>
            <a:xfrm>
              <a:off x="7354111" y="255914"/>
              <a:ext cx="0" cy="539096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9B47F1B-3B94-6329-1C8B-ED630DBD9A00}"/>
                </a:ext>
              </a:extLst>
            </p:cNvPr>
            <p:cNvCxnSpPr>
              <a:cxnSpLocks/>
            </p:cNvCxnSpPr>
            <p:nvPr/>
          </p:nvCxnSpPr>
          <p:spPr>
            <a:xfrm>
              <a:off x="3068881" y="299910"/>
              <a:ext cx="531636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7E93B0C-6433-DE46-5649-10BC9478B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5243" y="299910"/>
              <a:ext cx="0" cy="61122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7EDF12-794E-09C5-FE5F-A08D62E91C1C}"/>
                </a:ext>
              </a:extLst>
            </p:cNvPr>
            <p:cNvCxnSpPr>
              <a:cxnSpLocks/>
            </p:cNvCxnSpPr>
            <p:nvPr/>
          </p:nvCxnSpPr>
          <p:spPr>
            <a:xfrm>
              <a:off x="7354111" y="5646881"/>
              <a:ext cx="1031132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2E1E49-517D-8C43-FF0F-FD002B73A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5243" y="5646881"/>
              <a:ext cx="0" cy="17347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B132AA4-FDA6-B25F-1008-02B95CBCC234}"/>
                </a:ext>
              </a:extLst>
            </p:cNvPr>
            <p:cNvCxnSpPr>
              <a:cxnSpLocks/>
            </p:cNvCxnSpPr>
            <p:nvPr/>
          </p:nvCxnSpPr>
          <p:spPr>
            <a:xfrm>
              <a:off x="3340542" y="1317876"/>
              <a:ext cx="504470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D6EFC4A-F254-071D-4ED5-A3927EE74B6A}"/>
                </a:ext>
              </a:extLst>
            </p:cNvPr>
            <p:cNvCxnSpPr>
              <a:cxnSpLocks/>
            </p:cNvCxnSpPr>
            <p:nvPr/>
          </p:nvCxnSpPr>
          <p:spPr>
            <a:xfrm>
              <a:off x="5933872" y="1317876"/>
              <a:ext cx="0" cy="496815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EB78100-3F9D-D8A1-1C29-993978EAA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3872" y="6286028"/>
              <a:ext cx="2451371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D089D68-211B-ADDC-4C68-83981C9ECC08}"/>
                </a:ext>
              </a:extLst>
            </p:cNvPr>
            <p:cNvCxnSpPr>
              <a:cxnSpLocks/>
            </p:cNvCxnSpPr>
            <p:nvPr/>
          </p:nvCxnSpPr>
          <p:spPr>
            <a:xfrm>
              <a:off x="8096906" y="2978260"/>
              <a:ext cx="512073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D1D04F6-27FD-5EA1-2E1A-FF75326F897D}"/>
                </a:ext>
              </a:extLst>
            </p:cNvPr>
            <p:cNvCxnSpPr>
              <a:cxnSpLocks/>
            </p:cNvCxnSpPr>
            <p:nvPr/>
          </p:nvCxnSpPr>
          <p:spPr>
            <a:xfrm>
              <a:off x="8129206" y="3540364"/>
              <a:ext cx="512073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F364DF0-6479-14E4-0B9F-474528634130}"/>
                </a:ext>
              </a:extLst>
            </p:cNvPr>
            <p:cNvCxnSpPr>
              <a:cxnSpLocks/>
            </p:cNvCxnSpPr>
            <p:nvPr/>
          </p:nvCxnSpPr>
          <p:spPr>
            <a:xfrm>
              <a:off x="8129206" y="2410813"/>
              <a:ext cx="512073" cy="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922B395-7AD2-B615-F67C-3159EA42BC86}"/>
                </a:ext>
              </a:extLst>
            </p:cNvPr>
            <p:cNvCxnSpPr>
              <a:cxnSpLocks/>
            </p:cNvCxnSpPr>
            <p:nvPr/>
          </p:nvCxnSpPr>
          <p:spPr>
            <a:xfrm>
              <a:off x="8608979" y="2410813"/>
              <a:ext cx="44631" cy="115402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407FEA-57E5-11F8-E4A4-9FAF21C80F99}"/>
              </a:ext>
            </a:extLst>
          </p:cNvPr>
          <p:cNvSpPr txBox="1"/>
          <p:nvPr/>
        </p:nvSpPr>
        <p:spPr>
          <a:xfrm>
            <a:off x="10341874" y="3487840"/>
            <a:ext cx="1533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Pi pin</a:t>
            </a:r>
          </a:p>
          <a:p>
            <a:r>
              <a:rPr lang="en-US" dirty="0"/>
              <a:t>INA1  -&gt; 22</a:t>
            </a:r>
          </a:p>
          <a:p>
            <a:r>
              <a:rPr lang="en-US" dirty="0"/>
              <a:t>INA2 -&gt; 12</a:t>
            </a:r>
          </a:p>
          <a:p>
            <a:r>
              <a:rPr lang="en-US" dirty="0"/>
              <a:t>INB1 -&gt; 8</a:t>
            </a:r>
          </a:p>
          <a:p>
            <a:r>
              <a:rPr lang="en-US" dirty="0"/>
              <a:t>INB2 -&gt; 10</a:t>
            </a:r>
          </a:p>
          <a:p>
            <a:endParaRPr lang="en-US" dirty="0"/>
          </a:p>
          <a:p>
            <a:r>
              <a:rPr lang="en-US" dirty="0"/>
              <a:t>LSCL -&gt; 5</a:t>
            </a:r>
          </a:p>
          <a:p>
            <a:r>
              <a:rPr lang="en-US" dirty="0"/>
              <a:t>LSDA -&gt; 3</a:t>
            </a:r>
          </a:p>
          <a:p>
            <a:endParaRPr lang="en-US" dirty="0"/>
          </a:p>
          <a:p>
            <a:r>
              <a:rPr lang="en-US" dirty="0"/>
              <a:t>RSCL -&gt; 21</a:t>
            </a:r>
          </a:p>
          <a:p>
            <a:r>
              <a:rPr lang="en-US" dirty="0"/>
              <a:t>RSDA -&gt; 24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FD2EFC-7949-E889-7472-76AEDDC9BAEC}"/>
              </a:ext>
            </a:extLst>
          </p:cNvPr>
          <p:cNvCxnSpPr/>
          <p:nvPr/>
        </p:nvCxnSpPr>
        <p:spPr>
          <a:xfrm flipH="1">
            <a:off x="2393005" y="1290067"/>
            <a:ext cx="675876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3E32ED-1D37-A936-B472-E8423C2FE5A8}"/>
              </a:ext>
            </a:extLst>
          </p:cNvPr>
          <p:cNvCxnSpPr>
            <a:cxnSpLocks/>
          </p:cNvCxnSpPr>
          <p:nvPr/>
        </p:nvCxnSpPr>
        <p:spPr>
          <a:xfrm flipH="1" flipV="1">
            <a:off x="2393005" y="1290067"/>
            <a:ext cx="50310" cy="5067053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C82FE3-27C3-5824-5173-F5E32188FA91}"/>
              </a:ext>
            </a:extLst>
          </p:cNvPr>
          <p:cNvCxnSpPr>
            <a:cxnSpLocks/>
          </p:cNvCxnSpPr>
          <p:nvPr/>
        </p:nvCxnSpPr>
        <p:spPr>
          <a:xfrm>
            <a:off x="6955277" y="5879283"/>
            <a:ext cx="2305501" cy="25406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FEB4BB-DF85-BA35-8D07-0290EBB85185}"/>
              </a:ext>
            </a:extLst>
          </p:cNvPr>
          <p:cNvCxnSpPr>
            <a:cxnSpLocks/>
          </p:cNvCxnSpPr>
          <p:nvPr/>
        </p:nvCxnSpPr>
        <p:spPr>
          <a:xfrm>
            <a:off x="2435086" y="6368230"/>
            <a:ext cx="4520191" cy="47815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F05CDF-F709-0049-45E3-7D412D6A6ACA}"/>
              </a:ext>
            </a:extLst>
          </p:cNvPr>
          <p:cNvCxnSpPr>
            <a:cxnSpLocks/>
          </p:cNvCxnSpPr>
          <p:nvPr/>
        </p:nvCxnSpPr>
        <p:spPr>
          <a:xfrm flipV="1">
            <a:off x="6955277" y="5861001"/>
            <a:ext cx="0" cy="531136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7A84AB-A016-55C1-D1D1-318823770CAF}"/>
              </a:ext>
            </a:extLst>
          </p:cNvPr>
          <p:cNvCxnSpPr>
            <a:cxnSpLocks/>
          </p:cNvCxnSpPr>
          <p:nvPr/>
        </p:nvCxnSpPr>
        <p:spPr>
          <a:xfrm flipH="1">
            <a:off x="2209890" y="1037642"/>
            <a:ext cx="858991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8BD403E-6320-062D-73F8-46331347560D}"/>
              </a:ext>
            </a:extLst>
          </p:cNvPr>
          <p:cNvCxnSpPr>
            <a:cxnSpLocks/>
          </p:cNvCxnSpPr>
          <p:nvPr/>
        </p:nvCxnSpPr>
        <p:spPr>
          <a:xfrm flipH="1" flipV="1">
            <a:off x="2209890" y="1037642"/>
            <a:ext cx="70394" cy="5589519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3F180E-398C-C40B-DC31-053C3293BE1C}"/>
              </a:ext>
            </a:extLst>
          </p:cNvPr>
          <p:cNvCxnSpPr>
            <a:cxnSpLocks/>
          </p:cNvCxnSpPr>
          <p:nvPr/>
        </p:nvCxnSpPr>
        <p:spPr>
          <a:xfrm>
            <a:off x="7153547" y="6013166"/>
            <a:ext cx="2066982" cy="2775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7E2DA83-A54D-309A-78F1-CFA4705E51E1}"/>
              </a:ext>
            </a:extLst>
          </p:cNvPr>
          <p:cNvCxnSpPr>
            <a:cxnSpLocks/>
          </p:cNvCxnSpPr>
          <p:nvPr/>
        </p:nvCxnSpPr>
        <p:spPr>
          <a:xfrm flipV="1">
            <a:off x="2280284" y="6572345"/>
            <a:ext cx="4873263" cy="1967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2113EE-1373-C977-7732-4F37CA426921}"/>
              </a:ext>
            </a:extLst>
          </p:cNvPr>
          <p:cNvCxnSpPr>
            <a:cxnSpLocks/>
          </p:cNvCxnSpPr>
          <p:nvPr/>
        </p:nvCxnSpPr>
        <p:spPr>
          <a:xfrm flipV="1">
            <a:off x="7138764" y="6015517"/>
            <a:ext cx="0" cy="53113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4E43836-1E17-60D7-191C-63C62117504D}"/>
              </a:ext>
            </a:extLst>
          </p:cNvPr>
          <p:cNvCxnSpPr>
            <a:cxnSpLocks/>
          </p:cNvCxnSpPr>
          <p:nvPr/>
        </p:nvCxnSpPr>
        <p:spPr>
          <a:xfrm flipH="1">
            <a:off x="2023353" y="3587063"/>
            <a:ext cx="1045528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EF6B7A-F4E3-EB31-A7C8-E8CA9A70F57F}"/>
              </a:ext>
            </a:extLst>
          </p:cNvPr>
          <p:cNvCxnSpPr>
            <a:cxnSpLocks/>
          </p:cNvCxnSpPr>
          <p:nvPr/>
        </p:nvCxnSpPr>
        <p:spPr>
          <a:xfrm flipH="1" flipV="1">
            <a:off x="2002800" y="112365"/>
            <a:ext cx="2905" cy="347469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316036D-2251-69A1-77C4-8625F58317F1}"/>
              </a:ext>
            </a:extLst>
          </p:cNvPr>
          <p:cNvCxnSpPr>
            <a:cxnSpLocks/>
          </p:cNvCxnSpPr>
          <p:nvPr/>
        </p:nvCxnSpPr>
        <p:spPr>
          <a:xfrm>
            <a:off x="2002800" y="129628"/>
            <a:ext cx="7909685" cy="38762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B364F6D-1E5F-902C-33D9-F948FB60400B}"/>
              </a:ext>
            </a:extLst>
          </p:cNvPr>
          <p:cNvCxnSpPr>
            <a:cxnSpLocks/>
          </p:cNvCxnSpPr>
          <p:nvPr/>
        </p:nvCxnSpPr>
        <p:spPr>
          <a:xfrm flipV="1">
            <a:off x="9890674" y="167101"/>
            <a:ext cx="6371" cy="744031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7183622-82B3-8822-3292-B6157CF41789}"/>
              </a:ext>
            </a:extLst>
          </p:cNvPr>
          <p:cNvCxnSpPr>
            <a:cxnSpLocks/>
          </p:cNvCxnSpPr>
          <p:nvPr/>
        </p:nvCxnSpPr>
        <p:spPr>
          <a:xfrm flipH="1" flipV="1">
            <a:off x="9260778" y="871394"/>
            <a:ext cx="629896" cy="5802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0CE1009-2B65-D1A1-12B7-9CDDFEC33628}"/>
              </a:ext>
            </a:extLst>
          </p:cNvPr>
          <p:cNvCxnSpPr>
            <a:cxnSpLocks/>
          </p:cNvCxnSpPr>
          <p:nvPr/>
        </p:nvCxnSpPr>
        <p:spPr>
          <a:xfrm>
            <a:off x="5825853" y="1674811"/>
            <a:ext cx="3899319" cy="1485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FE34AEC-EA1B-15E1-839D-F3C6FD84A744}"/>
              </a:ext>
            </a:extLst>
          </p:cNvPr>
          <p:cNvCxnSpPr>
            <a:cxnSpLocks/>
          </p:cNvCxnSpPr>
          <p:nvPr/>
        </p:nvCxnSpPr>
        <p:spPr>
          <a:xfrm flipV="1">
            <a:off x="9725172" y="1148547"/>
            <a:ext cx="0" cy="53113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5883591-18D6-28A4-0207-762F3F158006}"/>
              </a:ext>
            </a:extLst>
          </p:cNvPr>
          <p:cNvCxnSpPr>
            <a:cxnSpLocks/>
          </p:cNvCxnSpPr>
          <p:nvPr/>
        </p:nvCxnSpPr>
        <p:spPr>
          <a:xfrm>
            <a:off x="9220529" y="1143426"/>
            <a:ext cx="504643" cy="4537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140EB1E-CB29-3DB9-C998-F9FFB0336EA6}"/>
              </a:ext>
            </a:extLst>
          </p:cNvPr>
          <p:cNvCxnSpPr>
            <a:cxnSpLocks/>
          </p:cNvCxnSpPr>
          <p:nvPr/>
        </p:nvCxnSpPr>
        <p:spPr>
          <a:xfrm flipV="1">
            <a:off x="5842256" y="1687075"/>
            <a:ext cx="0" cy="2160879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6490E83-A376-56A6-A720-51C847D2B406}"/>
              </a:ext>
            </a:extLst>
          </p:cNvPr>
          <p:cNvCxnSpPr>
            <a:cxnSpLocks/>
          </p:cNvCxnSpPr>
          <p:nvPr/>
        </p:nvCxnSpPr>
        <p:spPr>
          <a:xfrm flipV="1">
            <a:off x="3354467" y="3821934"/>
            <a:ext cx="2508425" cy="3828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3A9B841-59CC-E4AA-1FCC-83BA112E7363}"/>
              </a:ext>
            </a:extLst>
          </p:cNvPr>
          <p:cNvCxnSpPr>
            <a:cxnSpLocks/>
          </p:cNvCxnSpPr>
          <p:nvPr/>
        </p:nvCxnSpPr>
        <p:spPr>
          <a:xfrm flipV="1">
            <a:off x="5211496" y="2548975"/>
            <a:ext cx="2975542" cy="33127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68AF514-2626-14B6-3F77-04D46A2CAE89}"/>
              </a:ext>
            </a:extLst>
          </p:cNvPr>
          <p:cNvCxnSpPr>
            <a:cxnSpLocks/>
          </p:cNvCxnSpPr>
          <p:nvPr/>
        </p:nvCxnSpPr>
        <p:spPr>
          <a:xfrm>
            <a:off x="5211496" y="2564817"/>
            <a:ext cx="0" cy="1012192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00BA1C6-0597-9130-54D3-A7ED731E7088}"/>
              </a:ext>
            </a:extLst>
          </p:cNvPr>
          <p:cNvCxnSpPr>
            <a:cxnSpLocks/>
          </p:cNvCxnSpPr>
          <p:nvPr/>
        </p:nvCxnSpPr>
        <p:spPr>
          <a:xfrm flipV="1">
            <a:off x="3329800" y="3566955"/>
            <a:ext cx="1901359" cy="2010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897327B-7750-5986-C38C-AF2A44D1514E}"/>
              </a:ext>
            </a:extLst>
          </p:cNvPr>
          <p:cNvCxnSpPr>
            <a:cxnSpLocks/>
          </p:cNvCxnSpPr>
          <p:nvPr/>
        </p:nvCxnSpPr>
        <p:spPr>
          <a:xfrm flipV="1">
            <a:off x="5551274" y="2737913"/>
            <a:ext cx="2618648" cy="53372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89DB1D6-6110-3680-2DD8-C585E18AD918}"/>
              </a:ext>
            </a:extLst>
          </p:cNvPr>
          <p:cNvCxnSpPr>
            <a:cxnSpLocks/>
          </p:cNvCxnSpPr>
          <p:nvPr/>
        </p:nvCxnSpPr>
        <p:spPr>
          <a:xfrm>
            <a:off x="5551274" y="2081719"/>
            <a:ext cx="0" cy="73807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3450464-C15C-15F0-AD80-454398FA8511}"/>
              </a:ext>
            </a:extLst>
          </p:cNvPr>
          <p:cNvCxnSpPr>
            <a:cxnSpLocks/>
          </p:cNvCxnSpPr>
          <p:nvPr/>
        </p:nvCxnSpPr>
        <p:spPr>
          <a:xfrm flipV="1">
            <a:off x="3343858" y="2107971"/>
            <a:ext cx="2240123" cy="44846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F5EACDE-559E-B958-D212-919DA5860C34}"/>
              </a:ext>
            </a:extLst>
          </p:cNvPr>
          <p:cNvCxnSpPr>
            <a:cxnSpLocks/>
          </p:cNvCxnSpPr>
          <p:nvPr/>
        </p:nvCxnSpPr>
        <p:spPr>
          <a:xfrm flipV="1">
            <a:off x="5412747" y="3075856"/>
            <a:ext cx="2774291" cy="82613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92112B6-982C-6FC7-9B05-1ECE581C3994}"/>
              </a:ext>
            </a:extLst>
          </p:cNvPr>
          <p:cNvCxnSpPr>
            <a:cxnSpLocks/>
          </p:cNvCxnSpPr>
          <p:nvPr/>
        </p:nvCxnSpPr>
        <p:spPr>
          <a:xfrm>
            <a:off x="5412747" y="1563980"/>
            <a:ext cx="0" cy="1616182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D9BEEBD-2C2D-CFC8-8174-EA7DBDCFEF4A}"/>
              </a:ext>
            </a:extLst>
          </p:cNvPr>
          <p:cNvCxnSpPr>
            <a:cxnSpLocks/>
          </p:cNvCxnSpPr>
          <p:nvPr/>
        </p:nvCxnSpPr>
        <p:spPr>
          <a:xfrm flipV="1">
            <a:off x="3354467" y="1536002"/>
            <a:ext cx="2058280" cy="50401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5B01370-71C8-F955-6AE0-FE4F47140638}"/>
              </a:ext>
            </a:extLst>
          </p:cNvPr>
          <p:cNvCxnSpPr>
            <a:cxnSpLocks/>
          </p:cNvCxnSpPr>
          <p:nvPr/>
        </p:nvCxnSpPr>
        <p:spPr>
          <a:xfrm flipV="1">
            <a:off x="5048465" y="3285930"/>
            <a:ext cx="3153891" cy="95692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C2A43A7-BCF5-EFC3-D2EE-4494A2D7C33C}"/>
              </a:ext>
            </a:extLst>
          </p:cNvPr>
          <p:cNvCxnSpPr>
            <a:cxnSpLocks/>
          </p:cNvCxnSpPr>
          <p:nvPr/>
        </p:nvCxnSpPr>
        <p:spPr>
          <a:xfrm>
            <a:off x="5077869" y="1849714"/>
            <a:ext cx="0" cy="1540479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19002BA-727E-0BFE-3E3F-28494965E53D}"/>
              </a:ext>
            </a:extLst>
          </p:cNvPr>
          <p:cNvCxnSpPr>
            <a:cxnSpLocks/>
          </p:cNvCxnSpPr>
          <p:nvPr/>
        </p:nvCxnSpPr>
        <p:spPr>
          <a:xfrm flipV="1">
            <a:off x="3370668" y="1828514"/>
            <a:ext cx="1678430" cy="7461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231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27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Merila, John</dc:creator>
  <cp:lastModifiedBy>Merila, John</cp:lastModifiedBy>
  <cp:revision>8</cp:revision>
  <dcterms:created xsi:type="dcterms:W3CDTF">2025-08-21T20:03:36Z</dcterms:created>
  <dcterms:modified xsi:type="dcterms:W3CDTF">2025-08-26T02:29:21Z</dcterms:modified>
</cp:coreProperties>
</file>